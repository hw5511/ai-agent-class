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73</c:v>
                </c:pt>
                <c:pt idx="3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A9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67</c:v>
                </c:pt>
                <c:pt idx="2">
                  <c:v>82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44E4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114800" cy="4114800"/>
          </a:xfrm>
          <a:prstGeom prst="ellipse">
            <a:avLst/>
          </a:prstGeom>
          <a:solidFill>
            <a:srgbClr val="2E8B5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3CB371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1828800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프레젠테이션 제목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부제목 또는 간단한 설명을 입력하세요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3474720"/>
            <a:ext cx="3200400" cy="36576"/>
          </a:xfrm>
          <a:prstGeom prst="rect">
            <a:avLst/>
          </a:prstGeom>
          <a:solidFill>
            <a:srgbClr val="0FA96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 |  발표자명  |  회사명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1828800" cy="54864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5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743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및 배경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97480" y="164592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645920"/>
            <a:ext cx="1828800" cy="54864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5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내용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54880" y="164592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645920"/>
            <a:ext cx="1828800" cy="54864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5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7432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계획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812280" y="164592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12280" y="1645920"/>
            <a:ext cx="1828800" cy="54864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22" name="Text 17"/>
          <p:cNvSpPr/>
          <p:nvPr/>
        </p:nvSpPr>
        <p:spPr>
          <a:xfrm>
            <a:off x="68122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5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7432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소개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2286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섹션 제목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섹션에 대한 간략한 설명을 입력하세요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1B5E3B">
              <a:alpha val="3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슬라이드 제목을 입력하세요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3200400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포인트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내용을 여기에 작성하세요. 간결하고 명확한 문장으로 요점을 전달합니다.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추가적인 설명이나 근거 자료를 덧붙여 청중의 이해를 돕습니다.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3200400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데이터나 사례를 통해 내용을 뒷받침하세요.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 자료와 함께 배치하면 더욱 효과적입니다.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1168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지향적 목표와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방향성을 제시합니다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691640"/>
            <a:ext cx="822960" cy="8229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2648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구체적이고 측정 가능한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지표를 설정합니다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20440"/>
            <a:ext cx="822960" cy="8229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03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011680" y="3886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효율적인 실행을 위한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전략을 수립합니다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520440"/>
            <a:ext cx="822960" cy="8229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7033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126480" y="3886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 결과를 공유하고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단계를 계획합니다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분석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371600"/>
            <a:ext cx="54864" cy="914400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179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성장률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5146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514600"/>
            <a:ext cx="54864" cy="914400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95건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2179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실적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6576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3657600"/>
            <a:ext cx="54864" cy="914400"/>
          </a:xfrm>
          <a:prstGeom prst="rect">
            <a:avLst/>
          </a:prstGeom>
          <a:solidFill>
            <a:srgbClr val="0FA968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179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 순위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38100">
            <a:solidFill>
              <a:srgbClr val="9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2402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전략 수립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2402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및 테스트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2402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6~7월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및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반영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22402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8월~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런칭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914400" cy="914400"/>
          </a:xfrm>
          <a:prstGeom prst="ellipse">
            <a:avLst/>
          </a:prstGeom>
          <a:solidFill>
            <a:srgbClr val="E0F5E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solidFill>
            <a:srgbClr val="E0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매니저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기획 및 총괄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783080"/>
            <a:ext cx="914400" cy="914400"/>
          </a:xfrm>
          <a:prstGeom prst="ellipse">
            <a:avLst/>
          </a:prstGeom>
          <a:solidFill>
            <a:srgbClr val="E0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김서연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80360" y="3291840"/>
            <a:ext cx="1371600" cy="320040"/>
          </a:xfrm>
          <a:prstGeom prst="rect">
            <a:avLst/>
          </a:prstGeom>
          <a:solidFill>
            <a:srgbClr val="E0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설계 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57800" y="1783080"/>
            <a:ext cx="914400" cy="914400"/>
          </a:xfrm>
          <a:prstGeom prst="ellipse">
            <a:avLst/>
          </a:prstGeom>
          <a:solidFill>
            <a:srgbClr val="E0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이준호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3291840"/>
            <a:ext cx="1371600" cy="320040"/>
          </a:xfrm>
          <a:prstGeom prst="rect">
            <a:avLst/>
          </a:prstGeom>
          <a:solidFill>
            <a:srgbClr val="E0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리드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아키텍처 설계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783080"/>
            <a:ext cx="914400" cy="914400"/>
          </a:xfrm>
          <a:prstGeom prst="ellipse">
            <a:avLst/>
          </a:prstGeom>
          <a:solidFill>
            <a:srgbClr val="E0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박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951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박지은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78040" y="3291840"/>
            <a:ext cx="1371600" cy="320040"/>
          </a:xfrm>
          <a:prstGeom prst="rect">
            <a:avLst/>
          </a:prstGeom>
          <a:solidFill>
            <a:srgbClr val="E0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분석 및 홍보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2E8B5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3CB371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9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0FA968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질문이나 의견이 있으시면 편하게 말씀해 주세요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email@company.com  |  010-1234-5678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회사 범용 PPT 템플릿</dc:title>
  <dc:subject>PptxGenJS Presentation</dc:subject>
  <dc:creator>Company Template</dc:creator>
  <cp:lastModifiedBy>Company Template</cp:lastModifiedBy>
  <cp:revision>1</cp:revision>
  <dcterms:created xsi:type="dcterms:W3CDTF">2026-03-17T15:23:44Z</dcterms:created>
  <dcterms:modified xsi:type="dcterms:W3CDTF">2026-03-17T15:23:44Z</dcterms:modified>
</cp:coreProperties>
</file>